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57"/>
            <a:ext cx="9144000" cy="51039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923493" y="4789884"/>
            <a:ext cx="4905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9999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0"/>
            <a:ext cx="9144000" cy="512564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923493" y="4789884"/>
            <a:ext cx="4905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9999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1"/>
            <a:ext cx="9144000" cy="514059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923493" y="4789884"/>
            <a:ext cx="4905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9999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99"/>
            <a:ext cx="9144000" cy="512424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923493" y="4789884"/>
            <a:ext cx="4905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9999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626"/>
            <a:ext cx="9144000" cy="5088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923493" y="4789884"/>
            <a:ext cx="4905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9999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5"/>
            <a:ext cx="9144000" cy="514277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923493" y="4789884"/>
            <a:ext cx="4905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9999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6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5" y="0"/>
            <a:ext cx="9096505" cy="51434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923493" y="4789884"/>
            <a:ext cx="4905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9999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7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756"/>
            <a:ext cx="9144000" cy="50799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923493" y="4789884"/>
            <a:ext cx="4905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9999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8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929"/>
            <a:ext cx="9144000" cy="51015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923493" y="4789884"/>
            <a:ext cx="4905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9999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9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69"/>
            <a:ext cx="9144000" cy="510850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874435" y="4789884"/>
            <a:ext cx="9811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9999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10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2026-09-17T03:17:13Z</dcterms:created>
  <dcterms:modified xsi:type="dcterms:W3CDTF">2026-09-17T03:17:13Z</dcterms:modified>
</cp:coreProperties>
</file>